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82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430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897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646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252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6305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398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977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4595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05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666845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6319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601914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0107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733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0715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EFCF3-4793-4F40-A05D-79FD2DBBA81A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1E6DE9C-5D82-4F0A-825E-223A71E969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93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0FD4-9B84-246A-9B6C-F6CA550EC8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9867" y="629376"/>
            <a:ext cx="7766936" cy="2177791"/>
          </a:xfrm>
        </p:spPr>
        <p:txBody>
          <a:bodyPr/>
          <a:lstStyle/>
          <a:p>
            <a:r>
              <a:rPr lang="en-US" dirty="0"/>
              <a:t>Blood Donation Management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F10FF-92F8-4A31-566F-16DB250249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3429001"/>
            <a:ext cx="7766936" cy="2177790"/>
          </a:xfrm>
        </p:spPr>
        <p:txBody>
          <a:bodyPr>
            <a:no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Group Members :</a:t>
            </a:r>
          </a:p>
          <a:p>
            <a:pPr algn="ctr"/>
            <a:r>
              <a:rPr lang="en-US" sz="1600" b="1" dirty="0"/>
              <a:t> 1) Basit Sameer 23WBCS0975</a:t>
            </a:r>
          </a:p>
          <a:p>
            <a:pPr algn="ctr"/>
            <a:r>
              <a:rPr lang="en-US" sz="1600" b="1" dirty="0"/>
              <a:t>2) Muhammad Ibrahim 23PWBCS0960</a:t>
            </a:r>
          </a:p>
          <a:p>
            <a:pPr algn="ctr"/>
            <a:r>
              <a:rPr lang="en-US" sz="1600" b="1" dirty="0"/>
              <a:t>3) Hamza Khan 23PWBCS0979</a:t>
            </a:r>
          </a:p>
          <a:p>
            <a:pPr algn="ctr"/>
            <a:r>
              <a:rPr lang="en-US" sz="1600" b="1" dirty="0"/>
              <a:t>4) Muhammad Abbas 23PWBCS1011</a:t>
            </a:r>
          </a:p>
        </p:txBody>
      </p:sp>
    </p:spTree>
    <p:extLst>
      <p:ext uri="{BB962C8B-B14F-4D97-AF65-F5344CB8AC3E}">
        <p14:creationId xmlns:p14="http://schemas.microsoft.com/office/powerpoint/2010/main" val="59298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1D12B-2540-D094-0BBB-C0AD8A6536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081549"/>
            <a:ext cx="8596668" cy="1320800"/>
          </a:xfrm>
        </p:spPr>
        <p:txBody>
          <a:bodyPr/>
          <a:lstStyle/>
          <a:p>
            <a:r>
              <a:rPr lang="en-US" b="1" dirty="0">
                <a:latin typeface="Arial Black" panose="020B0A04020102020204" pitchFamily="34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C521D-A1AB-774D-BF79-2311A7765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90"/>
            <a:ext cx="8596668" cy="276701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What is this system about?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This is a web-based Blood Donation Management System that handles donor registration, blood requests, and availability.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Why is it useful?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It makes blood donation easier, faster, and more organized for both donors and hospitals.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74821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69706-E779-F802-BDC1-32CAE635F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850" y="816078"/>
            <a:ext cx="8596668" cy="673510"/>
          </a:xfrm>
        </p:spPr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F027475-8EE4-B904-A98A-BE8C1F5AD1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6611" y="1595308"/>
            <a:ext cx="9708107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 accurate donor records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Efficiently manage and respond to blood requests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 timely availability of required blood types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simple and user-friendly interface for both admin and users</a:t>
            </a:r>
          </a:p>
        </p:txBody>
      </p:sp>
    </p:spTree>
    <p:extLst>
      <p:ext uri="{BB962C8B-B14F-4D97-AF65-F5344CB8AC3E}">
        <p14:creationId xmlns:p14="http://schemas.microsoft.com/office/powerpoint/2010/main" val="3670103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50DA5-E064-B31F-B247-AEBC98CD72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and Technologies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ACC9D4-47E4-C5E9-EDCB-F819C4AD86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1930400"/>
            <a:ext cx="5545108" cy="2239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HTML, CSS, JavaScript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Backend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Node.js (or Express if used)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MySQL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Localhost</a:t>
            </a:r>
          </a:p>
        </p:txBody>
      </p:sp>
    </p:spTree>
    <p:extLst>
      <p:ext uri="{BB962C8B-B14F-4D97-AF65-F5344CB8AC3E}">
        <p14:creationId xmlns:p14="http://schemas.microsoft.com/office/powerpoint/2010/main" val="24969029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B9C0-FF28-C5D9-9BEE-4204EF2FB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4A0576-2D8B-5DE5-BE68-F116C01C88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9272912" cy="388077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48058-F87C-32AE-7A35-F11F85A1CDFE}"/>
              </a:ext>
            </a:extLst>
          </p:cNvPr>
          <p:cNvSpPr/>
          <p:nvPr/>
        </p:nvSpPr>
        <p:spPr>
          <a:xfrm>
            <a:off x="825909" y="3045541"/>
            <a:ext cx="1415845" cy="149696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User </a:t>
            </a:r>
          </a:p>
          <a:p>
            <a:pPr algn="ctr"/>
            <a:r>
              <a:rPr lang="en-US" dirty="0"/>
              <a:t>Browser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31BAB34-E4ED-2F5B-9229-238ED6190E01}"/>
              </a:ext>
            </a:extLst>
          </p:cNvPr>
          <p:cNvCxnSpPr/>
          <p:nvPr/>
        </p:nvCxnSpPr>
        <p:spPr>
          <a:xfrm>
            <a:off x="2241754" y="3841954"/>
            <a:ext cx="10176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7EF2C12B-46A2-8887-47F6-31E2AC1E1108}"/>
              </a:ext>
            </a:extLst>
          </p:cNvPr>
          <p:cNvSpPr/>
          <p:nvPr/>
        </p:nvSpPr>
        <p:spPr>
          <a:xfrm>
            <a:off x="3259394" y="3045540"/>
            <a:ext cx="1681316" cy="149695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Frontend</a:t>
            </a:r>
          </a:p>
          <a:p>
            <a:pPr algn="ctr"/>
            <a:r>
              <a:rPr lang="en-US" dirty="0"/>
              <a:t>HTML, CSS, JS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6A02048-6FC0-F595-03ED-8BAE80253BFA}"/>
              </a:ext>
            </a:extLst>
          </p:cNvPr>
          <p:cNvCxnSpPr/>
          <p:nvPr/>
        </p:nvCxnSpPr>
        <p:spPr>
          <a:xfrm>
            <a:off x="4940710" y="3841954"/>
            <a:ext cx="10176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530E638C-7D90-CDB3-3326-8CB1B582B201}"/>
              </a:ext>
            </a:extLst>
          </p:cNvPr>
          <p:cNvSpPr/>
          <p:nvPr/>
        </p:nvSpPr>
        <p:spPr>
          <a:xfrm>
            <a:off x="5993851" y="3045539"/>
            <a:ext cx="1415845" cy="149695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Backend </a:t>
            </a:r>
          </a:p>
          <a:p>
            <a:pPr algn="ctr"/>
            <a:r>
              <a:rPr lang="en-US" dirty="0"/>
              <a:t>Node.js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C53A40-5334-481C-51DF-5B09A09B9113}"/>
              </a:ext>
            </a:extLst>
          </p:cNvPr>
          <p:cNvCxnSpPr/>
          <p:nvPr/>
        </p:nvCxnSpPr>
        <p:spPr>
          <a:xfrm>
            <a:off x="7409696" y="3841954"/>
            <a:ext cx="101764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2F59912D-109D-C9FD-407F-C7F63EB14652}"/>
              </a:ext>
            </a:extLst>
          </p:cNvPr>
          <p:cNvSpPr/>
          <p:nvPr/>
        </p:nvSpPr>
        <p:spPr>
          <a:xfrm>
            <a:off x="8462837" y="3043079"/>
            <a:ext cx="1415845" cy="149695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Database</a:t>
            </a:r>
          </a:p>
          <a:p>
            <a:pPr algn="ctr"/>
            <a:r>
              <a:rPr lang="en-US" dirty="0"/>
              <a:t>MySQL</a:t>
            </a:r>
          </a:p>
        </p:txBody>
      </p:sp>
    </p:spTree>
    <p:extLst>
      <p:ext uri="{BB962C8B-B14F-4D97-AF65-F5344CB8AC3E}">
        <p14:creationId xmlns:p14="http://schemas.microsoft.com/office/powerpoint/2010/main" val="8486051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9291F-D9F7-94AE-51AB-1EBCAAC82E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 anchor="t">
            <a:normAutofit/>
          </a:bodyPr>
          <a:lstStyle/>
          <a:p>
            <a:r>
              <a:rPr lang="en-US" dirty="0"/>
              <a:t>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73643-7220-CD7F-A2B7-DB43CCD5C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6039" y="2160589"/>
            <a:ext cx="2927185" cy="388077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500" b="1"/>
              <a:t>1.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The database is designed to store all important information about donors, blood requests, blood types, and users.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500"/>
              <a:t>It ensures data is organized for easy retrieval and management.</a:t>
            </a:r>
          </a:p>
          <a:p>
            <a:endParaRPr lang="en-US" sz="15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FFC0F4-D231-3B72-73DE-04B3D0523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8348454"/>
              </p:ext>
            </p:extLst>
          </p:nvPr>
        </p:nvGraphicFramePr>
        <p:xfrm>
          <a:off x="817474" y="2254721"/>
          <a:ext cx="5283289" cy="3691583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611087">
                  <a:extLst>
                    <a:ext uri="{9D8B030D-6E8A-4147-A177-3AD203B41FA5}">
                      <a16:colId xmlns:a16="http://schemas.microsoft.com/office/drawing/2014/main" val="2818614961"/>
                    </a:ext>
                  </a:extLst>
                </a:gridCol>
                <a:gridCol w="3672202">
                  <a:extLst>
                    <a:ext uri="{9D8B030D-6E8A-4147-A177-3AD203B41FA5}">
                      <a16:colId xmlns:a16="http://schemas.microsoft.com/office/drawing/2014/main" val="1489780243"/>
                    </a:ext>
                  </a:extLst>
                </a:gridCol>
              </a:tblGrid>
              <a:tr h="379682">
                <a:tc>
                  <a:txBody>
                    <a:bodyPr/>
                    <a:lstStyle/>
                    <a:p>
                      <a:r>
                        <a:rPr lang="en-US" sz="1700"/>
                        <a:t>Table Name</a:t>
                      </a:r>
                    </a:p>
                  </a:txBody>
                  <a:tcPr marL="87348" marR="87348" marT="43674" marB="43674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Description</a:t>
                      </a:r>
                    </a:p>
                  </a:txBody>
                  <a:tcPr marL="87348" marR="87348" marT="43674" marB="43674" anchor="ctr"/>
                </a:tc>
                <a:extLst>
                  <a:ext uri="{0D108BD9-81ED-4DB2-BD59-A6C34878D82A}">
                    <a16:rowId xmlns:a16="http://schemas.microsoft.com/office/drawing/2014/main" val="3808254432"/>
                  </a:ext>
                </a:extLst>
              </a:tr>
              <a:tr h="892017">
                <a:tc>
                  <a:txBody>
                    <a:bodyPr/>
                    <a:lstStyle/>
                    <a:p>
                      <a:r>
                        <a:rPr lang="en-US" sz="1700" b="1"/>
                        <a:t>Donors</a:t>
                      </a:r>
                      <a:endParaRPr lang="en-US" sz="1700"/>
                    </a:p>
                  </a:txBody>
                  <a:tcPr marL="87348" marR="87348" marT="43674" marB="43674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Stores donor information like name, blood type, contact details, and donation history.</a:t>
                      </a:r>
                    </a:p>
                  </a:txBody>
                  <a:tcPr marL="87348" marR="87348" marT="43674" marB="43674" anchor="ctr"/>
                </a:tc>
                <a:extLst>
                  <a:ext uri="{0D108BD9-81ED-4DB2-BD59-A6C34878D82A}">
                    <a16:rowId xmlns:a16="http://schemas.microsoft.com/office/drawing/2014/main" val="1290367655"/>
                  </a:ext>
                </a:extLst>
              </a:tr>
              <a:tr h="892017">
                <a:tc>
                  <a:txBody>
                    <a:bodyPr/>
                    <a:lstStyle/>
                    <a:p>
                      <a:r>
                        <a:rPr lang="en-US" sz="1700" b="1"/>
                        <a:t>Requests</a:t>
                      </a:r>
                      <a:endParaRPr lang="en-US" sz="1700"/>
                    </a:p>
                  </a:txBody>
                  <a:tcPr marL="87348" marR="87348" marT="43674" marB="43674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Records blood requests including requester info, blood type needed, and request status.</a:t>
                      </a:r>
                    </a:p>
                  </a:txBody>
                  <a:tcPr marL="87348" marR="87348" marT="43674" marB="43674" anchor="ctr"/>
                </a:tc>
                <a:extLst>
                  <a:ext uri="{0D108BD9-81ED-4DB2-BD59-A6C34878D82A}">
                    <a16:rowId xmlns:a16="http://schemas.microsoft.com/office/drawing/2014/main" val="1280085914"/>
                  </a:ext>
                </a:extLst>
              </a:tr>
              <a:tr h="635850">
                <a:tc>
                  <a:txBody>
                    <a:bodyPr/>
                    <a:lstStyle/>
                    <a:p>
                      <a:r>
                        <a:rPr lang="en-US" sz="1700" b="1"/>
                        <a:t>Blood Types</a:t>
                      </a:r>
                      <a:endParaRPr lang="en-US" sz="1700"/>
                    </a:p>
                  </a:txBody>
                  <a:tcPr marL="87348" marR="87348" marT="43674" marB="43674" anchor="ctr"/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Contains blood group details (A+, B-, O+, etc.) and related info.</a:t>
                      </a:r>
                    </a:p>
                  </a:txBody>
                  <a:tcPr marL="87348" marR="87348" marT="43674" marB="43674" anchor="ctr"/>
                </a:tc>
                <a:extLst>
                  <a:ext uri="{0D108BD9-81ED-4DB2-BD59-A6C34878D82A}">
                    <a16:rowId xmlns:a16="http://schemas.microsoft.com/office/drawing/2014/main" val="1809218738"/>
                  </a:ext>
                </a:extLst>
              </a:tr>
              <a:tr h="892017">
                <a:tc>
                  <a:txBody>
                    <a:bodyPr/>
                    <a:lstStyle/>
                    <a:p>
                      <a:r>
                        <a:rPr lang="en-US" sz="1700" b="1"/>
                        <a:t>Users</a:t>
                      </a:r>
                      <a:endParaRPr lang="en-US" sz="1700"/>
                    </a:p>
                  </a:txBody>
                  <a:tcPr marL="87348" marR="87348" marT="43674" marB="43674" anchor="ctr"/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Manages system users (admins and regular users) with login credentials and roles.</a:t>
                      </a:r>
                    </a:p>
                  </a:txBody>
                  <a:tcPr marL="87348" marR="87348" marT="43674" marB="43674" anchor="ctr"/>
                </a:tc>
                <a:extLst>
                  <a:ext uri="{0D108BD9-81ED-4DB2-BD59-A6C34878D82A}">
                    <a16:rowId xmlns:a16="http://schemas.microsoft.com/office/drawing/2014/main" val="7265502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8444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825E7-8956-5E20-8C41-C8B00CEC3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 Diagram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68978B0-F053-72D7-81C7-C00EC9E55D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42139" y="1385888"/>
            <a:ext cx="6067759" cy="4656137"/>
          </a:xfrm>
        </p:spPr>
      </p:pic>
    </p:spTree>
    <p:extLst>
      <p:ext uri="{BB962C8B-B14F-4D97-AF65-F5344CB8AC3E}">
        <p14:creationId xmlns:p14="http://schemas.microsoft.com/office/powerpoint/2010/main" val="136601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5BDDF-02B9-C8CA-E31A-0B407D268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62000"/>
          </a:xfrm>
        </p:spPr>
        <p:txBody>
          <a:bodyPr/>
          <a:lstStyle/>
          <a:p>
            <a:r>
              <a:rPr lang="en-US" dirty="0"/>
              <a:t>Key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36EBB-8536-D3AC-BBC2-7D41B72B9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74839"/>
            <a:ext cx="8596668" cy="4566523"/>
          </a:xfrm>
        </p:spPr>
        <p:txBody>
          <a:bodyPr/>
          <a:lstStyle/>
          <a:p>
            <a:pPr>
              <a:buNone/>
            </a:pPr>
            <a:r>
              <a:rPr lang="en-US" dirty="0"/>
              <a:t>Our Blood Donation Management System offers the following core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Donor Registration:</a:t>
            </a:r>
            <a:br>
              <a:rPr lang="en-US" dirty="0"/>
            </a:br>
            <a:r>
              <a:rPr lang="en-US" dirty="0"/>
              <a:t>Users can register as blood donors by submitting personal and blood-related information.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Blood Request Form:</a:t>
            </a:r>
            <a:br>
              <a:rPr lang="en-US" dirty="0"/>
            </a:br>
            <a:r>
              <a:rPr lang="en-US" dirty="0"/>
              <a:t>Patients or hospitals can request specific blood types using an easy-to-fill online form.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Admin Approval System:</a:t>
            </a:r>
            <a:br>
              <a:rPr lang="en-US" dirty="0"/>
            </a:br>
            <a:r>
              <a:rPr lang="en-US" dirty="0"/>
              <a:t>Admins verify donor and request entries to ensure authenticity and manage the system securely.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Search by Blood Group:</a:t>
            </a:r>
            <a:br>
              <a:rPr lang="en-US" dirty="0"/>
            </a:br>
            <a:r>
              <a:rPr lang="en-US" dirty="0"/>
              <a:t>Users can search and filter available donors based on blood group, location, and availability.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1007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52B8B-8252-82DF-59B5-FACCECEB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14516"/>
          </a:xfrm>
        </p:spPr>
        <p:txBody>
          <a:bodyPr>
            <a:normAutofit fontScale="90000"/>
          </a:bodyPr>
          <a:lstStyle/>
          <a:p>
            <a:r>
              <a:rPr lang="en-US" dirty="0"/>
              <a:t>Home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76758CF-0F6B-5D23-C9A2-6279836A93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672394"/>
            <a:ext cx="8596312" cy="4172024"/>
          </a:xfrm>
        </p:spPr>
      </p:pic>
    </p:spTree>
    <p:extLst>
      <p:ext uri="{BB962C8B-B14F-4D97-AF65-F5344CB8AC3E}">
        <p14:creationId xmlns:p14="http://schemas.microsoft.com/office/powerpoint/2010/main" val="4229649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88476-DDF4-DD07-7576-0115339D74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844446"/>
          </a:xfrm>
        </p:spPr>
        <p:txBody>
          <a:bodyPr/>
          <a:lstStyle/>
          <a:p>
            <a:r>
              <a:rPr lang="en-US" dirty="0"/>
              <a:t>Home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144921-0877-218B-BBEC-B3601D99EC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1618938"/>
            <a:ext cx="8596312" cy="4215437"/>
          </a:xfrm>
        </p:spPr>
      </p:pic>
    </p:spTree>
    <p:extLst>
      <p:ext uri="{BB962C8B-B14F-4D97-AF65-F5344CB8AC3E}">
        <p14:creationId xmlns:p14="http://schemas.microsoft.com/office/powerpoint/2010/main" val="37754868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93A4C-B361-2668-58E1-A7B35569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47252"/>
          </a:xfrm>
        </p:spPr>
        <p:txBody>
          <a:bodyPr/>
          <a:lstStyle/>
          <a:p>
            <a:r>
              <a:rPr lang="en-US" dirty="0"/>
              <a:t>Home Page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9B549EA-87D2-FACD-CB13-3F7CFDDEE0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77863" y="2276135"/>
            <a:ext cx="8596312" cy="3156630"/>
          </a:xfrm>
        </p:spPr>
      </p:pic>
    </p:spTree>
    <p:extLst>
      <p:ext uri="{BB962C8B-B14F-4D97-AF65-F5344CB8AC3E}">
        <p14:creationId xmlns:p14="http://schemas.microsoft.com/office/powerpoint/2010/main" val="28338037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B9B99-C1DD-6D16-AB04-34E6C977B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1377077"/>
            <a:ext cx="8596668" cy="968477"/>
          </a:xfrm>
        </p:spPr>
        <p:txBody>
          <a:bodyPr/>
          <a:lstStyle/>
          <a:p>
            <a:r>
              <a:rPr lang="en-US" dirty="0"/>
              <a:t>Challenges Faced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A84202-A0DF-B587-640B-B0D766D46C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507241"/>
            <a:ext cx="9903993" cy="1843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Styling Forms &amp; Tables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Making the interface clean and responsive using CSS.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Frontend-MySQL Connection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Linking JavaScript to MySQL through Node.js setup.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Validation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Ensuring all user inputs are correct and complete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244182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C2DCA-CE34-70DE-E003-74C2B85D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24232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1AB82D-3A6C-EDF7-78B9-DDA60E681F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33833"/>
            <a:ext cx="8596668" cy="4507530"/>
          </a:xfrm>
        </p:spPr>
        <p:txBody>
          <a:bodyPr/>
          <a:lstStyle/>
          <a:p>
            <a:pPr>
              <a:buNone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We built a web-based Blood Donation Management System that handles donor records, blood requests, and admin approvals.</a:t>
            </a:r>
          </a:p>
          <a:p>
            <a:pPr>
              <a:buNone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Future Improvements: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Add secure login/signup system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Enable email notifications for donors and requests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Deploy the system on an online server for real-time access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26567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68D5A-C875-EBFC-9EF0-8A70C3FF7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 &amp; 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459D2-30A8-8EB2-6C61-8EF6CA961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70000"/>
            <a:ext cx="8596668" cy="3880773"/>
          </a:xfrm>
        </p:spPr>
        <p:txBody>
          <a:bodyPr/>
          <a:lstStyle/>
          <a:p>
            <a:pPr>
              <a:lnSpc>
                <a:spcPct val="150000"/>
              </a:lnSpc>
              <a:buNone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Thank you for your attention.</a:t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We’re happy to answer any questions you may have.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Any Questions?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989987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59</TotalTime>
  <Words>470</Words>
  <Application>Microsoft Office PowerPoint</Application>
  <PresentationFormat>Widescreen</PresentationFormat>
  <Paragraphs>65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Black</vt:lpstr>
      <vt:lpstr>Trebuchet MS</vt:lpstr>
      <vt:lpstr>Wingdings 3</vt:lpstr>
      <vt:lpstr>Facet</vt:lpstr>
      <vt:lpstr>Blood Donation Management System</vt:lpstr>
      <vt:lpstr>Introduction</vt:lpstr>
      <vt:lpstr>Objectives</vt:lpstr>
      <vt:lpstr>Tools and Technologies</vt:lpstr>
      <vt:lpstr>System Architecture</vt:lpstr>
      <vt:lpstr>Database Design</vt:lpstr>
      <vt:lpstr>ER Diagram</vt:lpstr>
      <vt:lpstr>Key Features</vt:lpstr>
      <vt:lpstr>Home Page</vt:lpstr>
      <vt:lpstr>Home Page</vt:lpstr>
      <vt:lpstr>Home Page</vt:lpstr>
      <vt:lpstr>Challenges Faced</vt:lpstr>
      <vt:lpstr>Conclusion</vt:lpstr>
      <vt:lpstr>Q &amp; 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23PWBCS0960</dc:creator>
  <cp:lastModifiedBy>23PWBCS0960</cp:lastModifiedBy>
  <cp:revision>1</cp:revision>
  <dcterms:created xsi:type="dcterms:W3CDTF">2025-05-26T17:38:23Z</dcterms:created>
  <dcterms:modified xsi:type="dcterms:W3CDTF">2025-05-26T18:37:26Z</dcterms:modified>
</cp:coreProperties>
</file>